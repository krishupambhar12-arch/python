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755"/>
  </p:normalViewPr>
  <p:slideViewPr>
    <p:cSldViewPr snapToGrid="0">
      <p:cViewPr varScale="1">
        <p:scale>
          <a:sx n="62" d="100"/>
          <a:sy n="62" d="100"/>
        </p:scale>
        <p:origin x="216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EB17-2A7B-CD23-7BD9-5889259F9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9511" y="741456"/>
            <a:ext cx="8915399" cy="1126283"/>
          </a:xfrm>
        </p:spPr>
        <p:txBody>
          <a:bodyPr>
            <a:noAutofit/>
          </a:bodyPr>
          <a:lstStyle/>
          <a:p>
            <a:r>
              <a:rPr lang="en-US" sz="3200" dirty="0"/>
              <a:t>Shree </a:t>
            </a:r>
            <a:r>
              <a:rPr lang="en-US" sz="3200" dirty="0" err="1"/>
              <a:t>shambhubhai</a:t>
            </a:r>
            <a:r>
              <a:rPr lang="en-US" sz="3200" dirty="0"/>
              <a:t> v. </a:t>
            </a:r>
            <a:r>
              <a:rPr lang="en-US" sz="3200" dirty="0" err="1"/>
              <a:t>patel</a:t>
            </a:r>
            <a:r>
              <a:rPr lang="en-US" sz="3200" dirty="0"/>
              <a:t> college of Computer science and business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12D8A0-8DEC-25AF-60F6-D6EC6DFEF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26146" y="2110958"/>
            <a:ext cx="7581898" cy="3970953"/>
          </a:xfrm>
        </p:spPr>
        <p:txBody>
          <a:bodyPr/>
          <a:lstStyle/>
          <a:p>
            <a:r>
              <a:rPr lang="en-US" sz="1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Title:- </a:t>
            </a:r>
            <a:r>
              <a:rPr lang="en-IN" sz="1800" dirty="0">
                <a:solidFill>
                  <a:schemeClr val="tx1"/>
                </a:solidFill>
              </a:rPr>
              <a:t>Google Play Store Data Analysis</a:t>
            </a:r>
            <a:endParaRPr lang="en-US" sz="1800" dirty="0">
              <a:solidFill>
                <a:schemeClr val="tx1"/>
              </a:solidFill>
              <a:latin typeface="Garet"/>
              <a:ea typeface="Garet"/>
              <a:cs typeface="Garet"/>
              <a:sym typeface="Garet"/>
            </a:endParaRPr>
          </a:p>
          <a:p>
            <a:r>
              <a:rPr lang="en-US" sz="1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Submitted By ;-</a:t>
            </a:r>
          </a:p>
          <a:p>
            <a:r>
              <a:rPr lang="en-US" sz="1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491– </a:t>
            </a:r>
            <a:r>
              <a:rPr lang="en-US" sz="1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Pambhar</a:t>
            </a:r>
            <a:r>
              <a:rPr lang="en-US" sz="1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Krishna B.</a:t>
            </a:r>
          </a:p>
          <a:p>
            <a:r>
              <a:rPr lang="en-US" sz="1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521 - </a:t>
            </a:r>
            <a:r>
              <a:rPr lang="en-US" sz="1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Raval</a:t>
            </a:r>
            <a:r>
              <a:rPr lang="en-US" sz="1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Charmi</a:t>
            </a:r>
            <a:r>
              <a:rPr lang="en-US" sz="1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J. </a:t>
            </a:r>
          </a:p>
          <a:p>
            <a:r>
              <a:rPr lang="en-US" sz="1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522 – </a:t>
            </a:r>
            <a:r>
              <a:rPr lang="en-US" sz="1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Rokad</a:t>
            </a:r>
            <a:r>
              <a:rPr lang="en-US" sz="1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Laxmi R.</a:t>
            </a:r>
          </a:p>
          <a:p>
            <a:r>
              <a:rPr lang="en-US" sz="1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Course: TYBCA semester 6</a:t>
            </a:r>
          </a:p>
          <a:p>
            <a:r>
              <a:rPr lang="en-US" sz="1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Submitted To: Asst. Prof. </a:t>
            </a:r>
            <a:r>
              <a:rPr lang="en-US" sz="1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Dharni</a:t>
            </a:r>
            <a:endParaRPr lang="en-US" sz="1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r>
              <a:rPr lang="en-US" sz="1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Academic Year: 2024- 2025</a:t>
            </a:r>
          </a:p>
          <a:p>
            <a:endParaRPr lang="en-US" sz="1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ED1F7BC-1B53-F6D8-FF21-63E0C5085769}"/>
              </a:ext>
            </a:extLst>
          </p:cNvPr>
          <p:cNvSpPr/>
          <p:nvPr/>
        </p:nvSpPr>
        <p:spPr>
          <a:xfrm>
            <a:off x="187875" y="57688"/>
            <a:ext cx="2701636" cy="2493818"/>
          </a:xfrm>
          <a:custGeom>
            <a:avLst/>
            <a:gdLst/>
            <a:ahLst/>
            <a:cxnLst/>
            <a:rect l="l" t="t" r="r" b="b"/>
            <a:pathLst>
              <a:path w="6150654" h="6353175">
                <a:moveTo>
                  <a:pt x="0" y="0"/>
                </a:moveTo>
                <a:lnTo>
                  <a:pt x="6150654" y="0"/>
                </a:lnTo>
                <a:lnTo>
                  <a:pt x="6150654" y="6353175"/>
                </a:lnTo>
                <a:lnTo>
                  <a:pt x="0" y="6353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92"/>
            </a:stretch>
          </a:blipFill>
        </p:spPr>
      </p:sp>
    </p:spTree>
    <p:extLst>
      <p:ext uri="{BB962C8B-B14F-4D97-AF65-F5344CB8AC3E}">
        <p14:creationId xmlns:p14="http://schemas.microsoft.com/office/powerpoint/2010/main" val="2844512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88968-BB2A-6384-1192-05A931147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Introduction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50D52-5626-AF17-A59D-B416D66BE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/>
              <a:t>Google Play Store contains millions of applications across different categories.</a:t>
            </a:r>
            <a:br>
              <a:rPr lang="en-IN" sz="2400" dirty="0"/>
            </a:br>
            <a:r>
              <a:rPr lang="en-IN" sz="2400" dirty="0"/>
              <a:t>Data analysis helps understand: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App popularity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User engagement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Rating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Installation trends</a:t>
            </a:r>
          </a:p>
          <a:p>
            <a:r>
              <a:rPr lang="en-IN" sz="2400" dirty="0"/>
              <a:t>This project </a:t>
            </a:r>
            <a:r>
              <a:rPr lang="en-IN" sz="2400" dirty="0" err="1"/>
              <a:t>analyzes</a:t>
            </a:r>
            <a:r>
              <a:rPr lang="en-IN" sz="2400" dirty="0"/>
              <a:t> Google Play Store data using </a:t>
            </a:r>
            <a:r>
              <a:rPr lang="en-IN" sz="2400" b="1" dirty="0"/>
              <a:t>Python visualization and machine learning techniques</a:t>
            </a:r>
            <a:r>
              <a:rPr lang="en-IN" sz="2400" dirty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62939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A5B43-B659-9582-CA1C-21CA957D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Objectives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B2FC3-688A-A56D-17C2-DF12D6C3D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Main 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/>
              <a:t>Analyze</a:t>
            </a:r>
            <a:r>
              <a:rPr lang="en-IN" sz="2400" dirty="0"/>
              <a:t> Google Play Store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Perform data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Identify relationships between rating, installs and 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Apply machine learning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Create an interactive </a:t>
            </a:r>
            <a:r>
              <a:rPr lang="en-IN" sz="2400" dirty="0" err="1"/>
              <a:t>Streamlit</a:t>
            </a:r>
            <a:r>
              <a:rPr lang="en-IN" sz="2400" dirty="0"/>
              <a:t> dashboard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02219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E9D3-94E1-3BC4-A848-50D04220D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Tools &amp; Technologies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AECC1-38FD-A25A-EEE7-8EFE6B0BD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b="1" dirty="0"/>
              <a:t>Programming Language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Python</a:t>
            </a:r>
          </a:p>
          <a:p>
            <a:r>
              <a:rPr lang="en-IN" sz="2400" b="1" dirty="0"/>
              <a:t>Libraries Used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Pandas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/>
              <a:t>Numpy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Matplotlib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Seaborn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Scikit-learn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/>
              <a:t>Streamlit</a:t>
            </a:r>
            <a:endParaRPr lang="en-IN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22989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60B34-CFC2-70D6-29B0-F456D5376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Dataset Description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8C2E6-37DB-36E4-8B21-858B0CDCF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486" y="1655616"/>
            <a:ext cx="5889770" cy="4745183"/>
          </a:xfrm>
        </p:spPr>
        <p:txBody>
          <a:bodyPr>
            <a:noAutofit/>
          </a:bodyPr>
          <a:lstStyle/>
          <a:p>
            <a:r>
              <a:rPr lang="en-IN" sz="2400" dirty="0"/>
              <a:t>Dataset: </a:t>
            </a:r>
            <a:r>
              <a:rPr lang="en-IN" sz="2400" b="1" dirty="0"/>
              <a:t>Google Play Store Dataset</a:t>
            </a:r>
            <a:endParaRPr lang="en-IN" sz="2400" dirty="0"/>
          </a:p>
          <a:p>
            <a:r>
              <a:rPr lang="en-IN" sz="2400" dirty="0"/>
              <a:t>Main attributes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App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Rating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Installs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Content Rating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B8FDBA-F3C7-59B0-7E4A-413C7BB98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285" y="2208230"/>
            <a:ext cx="5858327" cy="354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30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90A09-43FA-0E6C-2A15-DF118D0A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1311C-5D6B-248E-0B21-73F20944B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Converted Rating column to numeric</a:t>
            </a:r>
          </a:p>
          <a:p>
            <a:r>
              <a:rPr lang="en-IN" dirty="0"/>
              <a:t>Converted Reviews column to numeric</a:t>
            </a:r>
          </a:p>
          <a:p>
            <a:r>
              <a:rPr lang="en-IN" dirty="0"/>
              <a:t>Removed "+" and "," from Installs</a:t>
            </a:r>
          </a:p>
          <a:p>
            <a:r>
              <a:rPr lang="en-IN" dirty="0"/>
              <a:t>Filled missing values using median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611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44A8F-9DB5-0CFE-9B6E-E1DB020AE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5889" y="312383"/>
            <a:ext cx="8911687" cy="1280890"/>
          </a:xfrm>
        </p:spPr>
        <p:txBody>
          <a:bodyPr/>
          <a:lstStyle/>
          <a:p>
            <a:r>
              <a:rPr lang="en-IN" b="1" dirty="0"/>
              <a:t>Dashboard Structure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D8AB3-D1D8-D846-E883-228228376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424" y="1593273"/>
            <a:ext cx="5307879" cy="3868554"/>
          </a:xfrm>
        </p:spPr>
        <p:txBody>
          <a:bodyPr/>
          <a:lstStyle/>
          <a:p>
            <a:r>
              <a:rPr lang="en-IN" sz="2400" dirty="0"/>
              <a:t>Dashboard contains </a:t>
            </a:r>
            <a:r>
              <a:rPr lang="en-IN" sz="2400" b="1" dirty="0"/>
              <a:t>5 Analysis Tabs</a:t>
            </a:r>
            <a:endParaRPr lang="en-IN" sz="2400" dirty="0"/>
          </a:p>
          <a:p>
            <a:r>
              <a:rPr lang="en-IN" sz="2400" dirty="0"/>
              <a:t>1️⃣ Univariate Analysis</a:t>
            </a:r>
            <a:br>
              <a:rPr lang="en-IN" sz="2400" dirty="0"/>
            </a:br>
            <a:r>
              <a:rPr lang="en-IN" sz="2400" dirty="0"/>
              <a:t>2️⃣ Bivariate Analysis</a:t>
            </a:r>
            <a:br>
              <a:rPr lang="en-IN" sz="2400" dirty="0"/>
            </a:br>
            <a:r>
              <a:rPr lang="en-IN" sz="2400" dirty="0"/>
              <a:t>3️⃣ Distribution Analysis</a:t>
            </a:r>
            <a:br>
              <a:rPr lang="en-IN" sz="2400" dirty="0"/>
            </a:br>
            <a:r>
              <a:rPr lang="en-IN" sz="2400" dirty="0"/>
              <a:t>4️⃣ Correlation Analysis</a:t>
            </a:r>
            <a:br>
              <a:rPr lang="en-IN" sz="2400" dirty="0"/>
            </a:br>
            <a:r>
              <a:rPr lang="en-IN" sz="2400" dirty="0"/>
              <a:t>5️⃣ Machine Learning</a:t>
            </a:r>
          </a:p>
          <a:p>
            <a:r>
              <a:rPr lang="en-IN" sz="2400" dirty="0"/>
              <a:t>Total Graphs: </a:t>
            </a:r>
            <a:r>
              <a:rPr lang="en-IN" sz="2400" b="1" dirty="0"/>
              <a:t>42</a:t>
            </a:r>
            <a:endParaRPr lang="en-IN" sz="2400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87CB01-96F2-BC14-2B38-DB7344368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303" y="1387022"/>
            <a:ext cx="5721646" cy="428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534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826A7-DAC8-4B0B-6BDB-DE0B98975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Univariate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ADAF3-08EC-9298-62CD-471D66CD0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757" y="1717963"/>
            <a:ext cx="4892243" cy="377762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Rating Histogram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Reviews Histogram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Installs Histogram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Category Bar Chart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Content Rating Chart</a:t>
            </a:r>
          </a:p>
          <a:p>
            <a:r>
              <a:rPr lang="en-IN" sz="2400" dirty="0"/>
              <a:t>Total Graphs: </a:t>
            </a:r>
            <a:r>
              <a:rPr lang="en-IN" sz="2400" b="1" dirty="0"/>
              <a:t>15</a:t>
            </a:r>
            <a:endParaRPr lang="en-IN" sz="24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6D665B-EA19-8DC7-6494-9C14C3F64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418" y="1642892"/>
            <a:ext cx="6284422" cy="392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048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81076-E8F9-C49D-0551-041F2366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Bivariate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84137-796C-C019-0A10-8EB0128C5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886" y="1540189"/>
            <a:ext cx="5508770" cy="3777622"/>
          </a:xfrm>
        </p:spPr>
        <p:txBody>
          <a:bodyPr>
            <a:normAutofit/>
          </a:bodyPr>
          <a:lstStyle/>
          <a:p>
            <a:r>
              <a:rPr lang="en-IN" sz="2400" dirty="0"/>
              <a:t>Bivariate analysis studies relationship between two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Reviews vs Rating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Installs vs Rating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Installs vs 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Rating by Category</a:t>
            </a:r>
          </a:p>
          <a:p>
            <a:r>
              <a:rPr lang="en-IN" sz="2400" dirty="0"/>
              <a:t>Total Graphs: </a:t>
            </a:r>
            <a:r>
              <a:rPr lang="en-IN" sz="2400" b="1" dirty="0"/>
              <a:t>14</a:t>
            </a:r>
            <a:endParaRPr lang="en-IN" sz="2400" dirty="0"/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899A36-826D-BC1C-EAE9-9B1EF5865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059" y="1540189"/>
            <a:ext cx="6283209" cy="400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8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8726A-1DBD-EC91-EA4A-F84D373FD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Distribution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225FF-395A-D6D2-0307-3FC607709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634" y="1724235"/>
            <a:ext cx="5661170" cy="3777622"/>
          </a:xfrm>
        </p:spPr>
        <p:txBody>
          <a:bodyPr>
            <a:normAutofit/>
          </a:bodyPr>
          <a:lstStyle/>
          <a:p>
            <a:r>
              <a:rPr lang="en-IN" sz="2400" dirty="0"/>
              <a:t>Shows </a:t>
            </a:r>
            <a:r>
              <a:rPr lang="en-IN" sz="2400" b="1" dirty="0"/>
              <a:t>how data values are distributed</a:t>
            </a:r>
            <a:endParaRPr lang="en-IN" sz="2400" dirty="0"/>
          </a:p>
          <a:p>
            <a:r>
              <a:rPr lang="en-IN" sz="2400" dirty="0"/>
              <a:t>Techniques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Histogram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KDE plot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Boxplot</a:t>
            </a:r>
          </a:p>
          <a:p>
            <a:r>
              <a:rPr lang="en-IN" sz="2400" dirty="0"/>
              <a:t>Total Graphs: </a:t>
            </a:r>
            <a:r>
              <a:rPr lang="en-IN" sz="2400" b="1" dirty="0"/>
              <a:t>4</a:t>
            </a:r>
            <a:endParaRPr lang="en-IN" sz="2400" dirty="0"/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9B9B7D-5A35-EE6C-36DD-D6C3740EB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182" y="1646432"/>
            <a:ext cx="6083208" cy="458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941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0AC5D-B65B-92E9-9C24-08794D751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15CFB-0103-4BE2-EB91-039823E26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8" y="1540189"/>
            <a:ext cx="6295303" cy="4070902"/>
          </a:xfrm>
        </p:spPr>
        <p:txBody>
          <a:bodyPr>
            <a:normAutofit/>
          </a:bodyPr>
          <a:lstStyle/>
          <a:p>
            <a:r>
              <a:rPr lang="en-IN" sz="2400" dirty="0"/>
              <a:t>Correlation shows relationship between variables.</a:t>
            </a:r>
          </a:p>
          <a:p>
            <a:r>
              <a:rPr lang="en-IN" sz="2400" dirty="0"/>
              <a:t>Heatmap is used to visualize correlation between: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Rating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Installs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4B3AAD-47B4-D2B7-B1CF-5EA5146FA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504365"/>
            <a:ext cx="6142903" cy="424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348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DC989-3B1B-083D-B095-76E426C41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61078-15FD-DE8F-EFB9-7EBD2BC02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231" y="1745673"/>
            <a:ext cx="5127769" cy="4488217"/>
          </a:xfrm>
        </p:spPr>
        <p:txBody>
          <a:bodyPr>
            <a:noAutofit/>
          </a:bodyPr>
          <a:lstStyle/>
          <a:p>
            <a:r>
              <a:rPr lang="en-IN" sz="2400" dirty="0"/>
              <a:t>Machine learning techniques used:</a:t>
            </a:r>
          </a:p>
          <a:p>
            <a:r>
              <a:rPr lang="en-IN" sz="2400" b="1" dirty="0"/>
              <a:t>Linear Regression</a:t>
            </a:r>
          </a:p>
          <a:p>
            <a:r>
              <a:rPr lang="en-IN" sz="2400" dirty="0"/>
              <a:t>Predict Rating based on Reviews</a:t>
            </a:r>
          </a:p>
          <a:p>
            <a:r>
              <a:rPr lang="en-IN" sz="2400" b="1" dirty="0"/>
              <a:t>K-Means Clustering</a:t>
            </a:r>
          </a:p>
          <a:p>
            <a:r>
              <a:rPr lang="en-IN" sz="2400" dirty="0"/>
              <a:t>Group applications based 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Installs</a:t>
            </a:r>
          </a:p>
          <a:p>
            <a:r>
              <a:rPr lang="en-IN" sz="2400" dirty="0"/>
              <a:t>Total Graphs: </a:t>
            </a:r>
            <a:r>
              <a:rPr lang="en-IN" sz="2400" b="1" dirty="0"/>
              <a:t>6</a:t>
            </a:r>
            <a:endParaRPr lang="en-IN" sz="2400" dirty="0"/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A1E7D-F887-C10A-0900-BBEB2BFEB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09337"/>
            <a:ext cx="6092785" cy="452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944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763FB-3B1C-14BF-24CE-8301DAF4F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Result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A26F9-1D28-18B9-2E53-668659B81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5139" y="1905000"/>
            <a:ext cx="8915400" cy="3777622"/>
          </a:xfrm>
        </p:spPr>
        <p:txBody>
          <a:bodyPr>
            <a:normAutofit/>
          </a:bodyPr>
          <a:lstStyle/>
          <a:p>
            <a:r>
              <a:rPr lang="en-IN" sz="2400" dirty="0"/>
              <a:t>Key observations: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Higher installs often lead to higher 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Popular apps have better ratings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Categories like Games and Tools have high installs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92780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573CF-B6D4-4A9F-8E5E-B6936F40B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Conclusion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A09D0-5E3E-B04C-4D11-51CD11AA8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6703" y="1905000"/>
            <a:ext cx="8915400" cy="3777622"/>
          </a:xfrm>
        </p:spPr>
        <p:txBody>
          <a:bodyPr>
            <a:normAutofit/>
          </a:bodyPr>
          <a:lstStyle/>
          <a:p>
            <a:r>
              <a:rPr lang="en-IN" sz="2400" dirty="0"/>
              <a:t>This project demonstrates how data visualization and machine learning can be used to </a:t>
            </a:r>
            <a:r>
              <a:rPr lang="en-IN" sz="2400" dirty="0" err="1"/>
              <a:t>analyze</a:t>
            </a:r>
            <a:r>
              <a:rPr lang="en-IN" sz="2400" dirty="0"/>
              <a:t> mobile application data.</a:t>
            </a:r>
          </a:p>
          <a:p>
            <a:pPr marL="0" indent="0">
              <a:buNone/>
            </a:pPr>
            <a:endParaRPr lang="en-IN" sz="2400" dirty="0"/>
          </a:p>
          <a:p>
            <a:r>
              <a:rPr lang="en-IN" sz="2400" dirty="0"/>
              <a:t>The interactive dashboard helps users explore insights easily.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4362222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70</TotalTime>
  <Words>376</Words>
  <Application>Microsoft Macintosh PowerPoint</Application>
  <PresentationFormat>Widescreen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Garet</vt:lpstr>
      <vt:lpstr>Wingdings 3</vt:lpstr>
      <vt:lpstr>Wisp</vt:lpstr>
      <vt:lpstr>Shree shambhubhai v. patel college of Computer science and business management</vt:lpstr>
      <vt:lpstr>Introduction</vt:lpstr>
      <vt:lpstr>Objectives</vt:lpstr>
      <vt:lpstr>Tools &amp; Technologies</vt:lpstr>
      <vt:lpstr>Dataset Description</vt:lpstr>
      <vt:lpstr>Data Cleaning</vt:lpstr>
      <vt:lpstr>Dashboard Structure </vt:lpstr>
      <vt:lpstr>Univariate Analysis</vt:lpstr>
      <vt:lpstr>Bivariate Analysis</vt:lpstr>
      <vt:lpstr>Distribution Analysis</vt:lpstr>
      <vt:lpstr>Correlation Analysis</vt:lpstr>
      <vt:lpstr>Machine Learning</vt:lpstr>
      <vt:lpstr>Result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Shree shambhubhai v. patel college of Computer science and business management</dc:title>
  <dc:creator>charmiraval6028@gmail.com</dc:creator>
  <cp:lastModifiedBy>charmiraval6028@gmail.com</cp:lastModifiedBy>
  <cp:revision>2</cp:revision>
  <dcterms:created xsi:type="dcterms:W3CDTF">2026-03-08T13:44:04Z</dcterms:created>
  <dcterms:modified xsi:type="dcterms:W3CDTF">2026-03-08T17:07:16Z</dcterms:modified>
</cp:coreProperties>
</file>